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EF4444"/>
                </a:solidFill>
                <a:latin typeface="Segoe UI"/>
              </a:defRPr>
            </a:pPr>
            <a:r>
              <a:t>ViaTerrena 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5176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Reclaiming the "Golden Hour" of Road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A0A6B2"/>
                </a:solidFill>
                <a:latin typeface="Segoe UI"/>
              </a:defRPr>
            </a:pPr>
            <a:r>
              <a:t>A resilient, offline-first emergency road safety platform designed to detect crashes, broadcast location telemetry, and deliver medical guidance under zero network connectivity.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6B2"/>
                </a:solidFill>
                <a:latin typeface="Segoe UI"/>
              </a:defRPr>
            </a:pPr>
            <a:r>
              <a:t>Project Submission &amp; Pitch Presentation |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Road Safety Crisis (The Problem)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114800" cy="4389120"/>
          </a:xfrm>
          <a:prstGeom prst="roundRect">
            <a:avLst/>
          </a:prstGeom>
          <a:solidFill>
            <a:srgbClr val="20263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EF4444"/>
                </a:solidFill>
                <a:latin typeface="Segoe UI"/>
              </a:defRPr>
            </a:pPr>
            <a:r>
              <a:t>60 MINS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Golden Hour</a:t>
            </a:r>
          </a:p>
          <a:p>
            <a:pPr>
              <a:lnSpc>
                <a:spcPct val="120000"/>
              </a:lnSpc>
              <a:defRPr sz="1400">
                <a:solidFill>
                  <a:srgbClr val="A0A6B2"/>
                </a:solidFill>
                <a:latin typeface="Segoe UI"/>
              </a:defRPr>
            </a:pPr>
            <a:r>
              <a:t>In emergency medicine, the first hour after a crash is critical. The probability of survival drops exponentially for every minute medical treatment is delayed.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6400800" cy="128016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828800"/>
            <a:ext cx="6035040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Panic &amp; Disorientation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High-stress situations impair cognitive functions.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Victims struggle to search for coordinates or local service 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200400"/>
            <a:ext cx="6400800" cy="128016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3383280"/>
            <a:ext cx="6035040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Connectivity Gap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~40% of rural highways globally lack stable internet.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Traditional emergency apps fail instantly when offline.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4754880"/>
            <a:ext cx="6400800" cy="128016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4937760"/>
            <a:ext cx="6035040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Information Overload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Generic search engines show reviews or ads instead of emergency contacts.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Seconds are lost trying to call local towing or hospitals.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ViaTerrena: The Offline-First Safe Haven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83280" cy="411480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3017520" cy="3749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1. Offline-First Resilience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All vital data is bundled locally within the application.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Static emergency code mapping for 36+ nations.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Local First Aid guide search.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Graceful UI state changes with clear offline warnings.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017520" cy="3749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2. Automated Protection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Continuous 100ms accelerometer monitoring.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Physics-derived 3.5G crash detection threshold.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10s cancel countdown window.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Auto-dialing &amp; SMS broadcast trigger upon expiration.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828800"/>
            <a:ext cx="3383280" cy="411480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3017520" cy="3749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3. Multi-Channel Alerting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Direct cell calls launch pre-filled dialers instantly.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Coordinates, speed, and mapping links sent via SMS.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WhatsApp link fallbacks bypass network limits.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Parallel pipelines ensure redundant notifications.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Core Technical Features &amp;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210312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Crash Telemetry (G = √(x² + y² + z²))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Expo Sensors accelerometer tracking at 100ms.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3.5G threshold requires 3 consecutive spikes (300ms).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Eliminates bumps (~2.5G) and hard braking (~2G).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10-second cancel countdown window to prevent false alarms.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31920"/>
            <a:ext cx="5120640" cy="210312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14800"/>
            <a:ext cx="475488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Redundant SOS Broadcasts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Pulsing manual SOS button with 3s haptic countdown.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Preloaded local emergency code dialed automatically.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Parallel SMS coordinate broadcast to 5 contacts.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WhatsApp fallback linking formats data blocks for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AI Triage (Gemini 2.0 Flash)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Low-latency conversational medical responder.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ABC-protocol prompt structures safety directions.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Outputs clean, emoji-highlighted instructions without markdown.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Keyword fuzzy search fallback to local First Aid guide.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Nearby Service Discovery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Google Places API searches hospitals, towing, police.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Haversine formula sorts distances locally in &lt; 50ms.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Details API enrichment retrieves direct phone numbers.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Zustand state persistent caching minimizes API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Robust Technology Stack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029200" cy="438912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Modular System Stack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Mobile Client: </a:t>
            </a:r>
            <a:r>
              <a:rPr>
                <a:solidFill>
                  <a:srgbClr val="A0A6B2"/>
                </a:solidFill>
              </a:rPr>
              <a:t>React Native (Expo SDK 54)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State Engine: </a:t>
            </a:r>
            <a:r>
              <a:rPr>
                <a:solidFill>
                  <a:srgbClr val="A0A6B2"/>
                </a:solidFill>
              </a:rPr>
              <a:t>Zustand + AsyncStorage Persistence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Crash Telemetry: </a:t>
            </a:r>
            <a:r>
              <a:rPr>
                <a:solidFill>
                  <a:srgbClr val="A0A6B2"/>
                </a:solidFill>
              </a:rPr>
              <a:t>Expo Sensors Accelerometer Hook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AI Integrations: </a:t>
            </a:r>
            <a:r>
              <a:rPr>
                <a:solidFill>
                  <a:srgbClr val="A0A6B2"/>
                </a:solidFill>
              </a:rPr>
              <a:t>Google Gemini 2.0 Flash API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Location Engine: </a:t>
            </a:r>
            <a:r>
              <a:rPr>
                <a:solidFill>
                  <a:srgbClr val="A0A6B2"/>
                </a:solidFill>
              </a:rPr>
              <a:t>Expo Location + Local Reverse Geocoding</a:t>
            </a:r>
          </a:p>
          <a:p>
            <a:pPr>
              <a:spcAft>
                <a:spcPts val="800"/>
              </a:spcAft>
              <a:defRPr sz="14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Discovery Engine: </a:t>
            </a:r>
            <a:r>
              <a:rPr>
                <a:solidFill>
                  <a:srgbClr val="A0A6B2"/>
                </a:solidFill>
              </a:rPr>
              <a:t>Google Places Nearby Search &amp; Place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03520" cy="210312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493776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Offline Persistence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Personal contacts and incident logs saved locally.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Local places discovery cache retains results for 15 mins.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Pre-mapped emergency dial numbers for 36+ nations.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Continuous NetInfo polling triggers live offline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303520" cy="210312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4114800"/>
            <a:ext cx="493776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Performance SLAs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Crash detection modal display latency: &lt; 500ms.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Direct emergency calling trigger: &lt; 500ms.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SMS broadcast transmission: &lt; 1 second.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Local search and coordinate math: &lt; 50ms.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Innovation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0A6B2"/>
                </a:solidFill>
                <a:latin typeface="Segoe UI"/>
              </a:defRPr>
            </a:pPr>
            <a:r>
              <a:t>TRADITIONAL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6459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FEATURE /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6459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VIATERRENA 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3291840" cy="118872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92608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Expensive Telematics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Rely on built-in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94560"/>
            <a:ext cx="3291840" cy="118872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77440"/>
            <a:ext cx="292608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Crash Detection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Detect and report crash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194560"/>
            <a:ext cx="3291840" cy="118872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377440"/>
            <a:ext cx="292608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Mobile Sensors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Free mobile accelerometer math.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3291840" cy="118872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292608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Manual Search &amp; Dialer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Look up codes on internet.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566160"/>
            <a:ext cx="3291840" cy="118872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749040"/>
            <a:ext cx="292608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Emergency Calling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Direct dial local authorities.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566160"/>
            <a:ext cx="3291840" cy="118872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3749040"/>
            <a:ext cx="292608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Global Localization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Automatic country-to-code mapping.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37760"/>
            <a:ext cx="3291840" cy="118872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20640"/>
            <a:ext cx="292608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Network Search / PDFs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Required cell connection.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937760"/>
            <a:ext cx="3291840" cy="118872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5120640"/>
            <a:ext cx="292608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First Aid Triage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Critical scene medical instructions.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4937760"/>
            <a:ext cx="3291840" cy="118872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5120640"/>
            <a:ext cx="292608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Offline Fuzzy + AI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ABC priority + local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Roadmap &amp; Future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83280" cy="411480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3017520" cy="3749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Phase 1 &amp; 2: Complete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3.5G crash detection engine.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SOS dialer &amp; SMS broadcasters.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Google Places services integration.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Gemini 2.0 triage assistant.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36-country numbers lookup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2026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017520" cy="3749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Phase 3: Active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Network monitoring &amp; banner.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Offline persist queues.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Unit testing crash logic &amp; Haversine math formulas.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API failure fallback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828800"/>
            <a:ext cx="3383280" cy="4114800"/>
          </a:xfrm>
          <a:prstGeom prst="round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3017520" cy="3749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Phase 4: Planned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Volunteer road beta trials.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Medical specialist triage audit.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App Store &amp; Play Store publishing.</a:t>
            </a:r>
          </a:p>
          <a:p>
            <a:pPr>
              <a:spcAft>
                <a:spcPts val="6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• Sentry &amp; Firebase monitoring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